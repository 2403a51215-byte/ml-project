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Placement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Campus Recruitment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CCCCC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Placement Prediction System leverages machine learning algorithms to predict whether a student will be placed during campus recruitment drives.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analyzes multiple academic and demographic features including SSC percentage, HSC percentage, degree scores, MBA scores, work experience, and specialization to build predictive models.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classification algorithms — Logistic Regression, Random Forest, SVM, KNN, and Gradient Boosting — are trained and compared. The Gradient Boosting classifier achieved the highest accuracy of 92%, demonstrating the system's effectiveness in predicting placement outcomes.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in Placement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clarity on their placement readiness based on academic performance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Data-Driven Insights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rely on intuition rather than analytics for placement preparation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resources are not targeted to students who need them most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Identification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identify which skills/scores most impact placement outcomes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NumPy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numerical computing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94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&amp; metrics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F4433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&amp; Seaborn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charts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774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environment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Tools: Python &amp; Pandas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General-purpose, high-level programming language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ML/AI library ecosystem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syntax for rapid prototyping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community &amp; documentation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compatibility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NumPy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DataFrame-based data manipulation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&amp; encoding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&amp; aggregation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numerical operations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file I/O support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Tools: Scikit-Learn &amp; Visualization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LR, RF, SVM, KNN, GB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LabelEncoder, StandardScaler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evaluation: accuracy, AUC, F1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with stratification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hyperparameter tuning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43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&amp; Seaborn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 static plots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heatmaps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&amp; bar charts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statistical visualizations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themes &amp; color palettes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ssc_p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Education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hsc_p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Secondary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hsc_s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HSC Stream (Commerce/Science/Arts)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degree_t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Experience (Yes/No)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etest_p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Employability Test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 Specialisation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 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 / Not Placed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student records | 12 features | Binary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Flowchart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6060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student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 samples, 12 features)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3716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57400" y="25603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26060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(80:20)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82880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3716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25603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86200" y="26060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ML classifiers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(LR, RF, SVM, KNN, GB)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82880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13716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44336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25603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26060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AUC-ROC,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F1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828800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13716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25603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260604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placement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for new students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1051560"/>
            <a:ext cx="45720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06040" y="1051560"/>
            <a:ext cx="45720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260604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389120" y="1051560"/>
            <a:ext cx="45720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1051560"/>
            <a:ext cx="45720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55280" y="1051560"/>
            <a:ext cx="45720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795528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Model Accuracy Comparison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(Placed)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0" y="384048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8404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Best Model: Gradient Boosting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92% | AUC-ROC: 0.910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Analysis Charts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 outperforms all other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234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AUC-ROC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 between placed and not-placed students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154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 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432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percentage is the most influential predictor of placement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154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Exp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Factor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work experience show significantly higher placement rates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EEEEE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neural networks (ANN/DNN) for improved accuracy on larger datasets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EEEEE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Web Application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Flask/Django web app with interactive student input 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EEEEE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0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 Prediction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predict expected salary package for placed students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EEEEE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System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skill improvements and courses to increase placement probability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EEEEE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54864" cy="68580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Multi-Institution Support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multiple colleges with federated learning approaches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Placement Prediction System</dc:title>
  <dc:subject>PptxGenJS Presentation</dc:subject>
  <dc:creator>ML Project</dc:creator>
  <cp:lastModifiedBy>ML Project</cp:lastModifiedBy>
  <cp:revision>1</cp:revision>
  <dcterms:created xsi:type="dcterms:W3CDTF">2026-04-09T05:14:45Z</dcterms:created>
  <dcterms:modified xsi:type="dcterms:W3CDTF">2026-04-09T05:14:45Z</dcterms:modified>
</cp:coreProperties>
</file>